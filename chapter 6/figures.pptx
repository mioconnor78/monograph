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17" d="100"/>
          <a:sy n="117" d="100"/>
        </p:scale>
        <p:origin x="8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FF3D0-E35F-DEBD-32D9-8E349F3D6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DC3F71-EF82-B18D-93CE-57DCBDA64D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F5AF5-7B90-332C-F487-4ECB59A4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0DB98F-1935-BA78-25CD-72B030742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DCBF5-287C-6868-199B-1E1B4EE3C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8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846F7-B477-B2D1-6504-EDE9AAD44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1DDA8E-171A-B3FA-9585-160539AB1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C1306-277B-5C03-8B3C-0B9E7DED9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08940-54EB-24B2-4ED3-16C9F89D5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76B31-6AFF-A6AC-D4D3-7D76C7E4A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36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A647-C769-24FC-9B67-12B856E3C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A055AE-03DB-3A7A-13EC-19A2B3AC6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2FD8-2F9F-C2E5-0D37-01EC32D99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E95AE9-564C-034B-DA07-375ECBE8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5B3F9-5ECC-2593-0538-176F799C2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93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12CB-B8DB-9673-8216-48C01E37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90D52-D20C-09C6-A93A-48158CDC3A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B4E3C8-151C-BB3D-291C-688BED6034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29417B-ECC5-4A38-A09F-65EE0E66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9F2303-3A19-6432-FAD9-1FBE914B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FAB1EE-0869-3FA9-1F37-2197072F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4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A631C-2201-0FFB-8D49-7CD7B2C0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FEB21-2B36-6289-4ECA-FDB23F823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F58EAA-7029-DCC5-3209-7D6958AC8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4311D1-EB85-BE60-08C2-D02D25A7E9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CCF1AB-E35B-9E6C-4C72-1DB98BE333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082966-4A93-1E93-DF45-75B25B833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370C67-82CF-9274-1644-75435122F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20465-FA3F-F795-CA74-6E01B1FB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46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960C-71A6-A2AF-2EAA-F04F1A7C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8EBF5B-6894-83DA-0DAB-017FB3BE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D425B5-4118-B3E8-A9F6-874663294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76F90-B274-97E4-7761-A30F2D411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70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C7A3F0-F118-2C59-403B-292DDEFD2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F9A49A-B048-1EE1-5367-F43D4D3E6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E65BB1-31DA-90CC-EEAC-DF63DCAC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42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BC8D4-8290-C7BA-E10C-88423D462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6369C-6A67-FE61-E3EF-CA869B0EF9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FCE091-911D-5B77-B86E-412E499E9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2E4A9-5E25-8AE2-F25D-A64364CC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3B53C-5CAA-835E-79B0-BD702F250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AA4ED1-44DC-BB34-E1BC-3F865992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13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D9860-429A-6DD3-91BF-468A3314B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3678ED-9C72-DCDC-06D0-A4E9EF13FC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BA53CA-567A-8A8D-2D6B-EB2723584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EDBABE-28CE-CD84-8739-C347861F7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C867F-A265-2BEB-7432-358574E5D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AE4129-7D11-9609-708D-FAF5DFA70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568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C94CC-15F2-9013-ACB2-745A93CAF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F2F85E-CD83-CF77-EB59-114B74273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7AE71-D342-F011-818A-4F3DECD5C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F5723F-E0BC-CFA4-9823-B0C877BE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0D191-D187-4A7B-C35A-5EF69DF41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24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40720-E54B-B0F5-DD72-F84FAFF4C4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1BC3FB-C59D-8906-73B0-7F545BFEB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F5B39-819A-7A12-2B1B-7428345B1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24DE11-0F0E-3E80-BAE8-37D66A0CA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31D40-B24E-8E94-F539-97ECFFA56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55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8F564-DEB3-D354-6174-501D31365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7F800-C72B-0ADC-0652-A6CAA7C4E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71573-80BD-E589-31F1-CFF17D6BAD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D7D34-82C2-C744-8B3B-973D4C2FA50F}" type="datetimeFigureOut">
              <a:rPr lang="en-US" smtClean="0"/>
              <a:t>2/5/26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4CFF5-871C-D6F6-64F9-8E728DC74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99CC0-5487-D939-1BAF-983D90633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BCD7DA-FB00-6F4C-A39D-64A89E3E84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40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C67C24A-2798-BC7A-468E-27FD0EE236B5}"/>
              </a:ext>
            </a:extLst>
          </p:cNvPr>
          <p:cNvGrpSpPr/>
          <p:nvPr/>
        </p:nvGrpSpPr>
        <p:grpSpPr>
          <a:xfrm>
            <a:off x="4484914" y="1828800"/>
            <a:ext cx="3211286" cy="3233058"/>
            <a:chOff x="4484914" y="1828800"/>
            <a:chExt cx="3211286" cy="323305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57968CE-5855-5E89-E707-3B7B0CBE6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95800" y="1828800"/>
              <a:ext cx="3200400" cy="32004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7D20AC4D-3DD2-7B79-EC3E-22583A187C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85714"/>
            <a:stretch>
              <a:fillRect/>
            </a:stretch>
          </p:blipFill>
          <p:spPr>
            <a:xfrm>
              <a:off x="4484914" y="4604658"/>
              <a:ext cx="3200400" cy="4572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9472AF-7713-002D-0299-C3A4692C0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101" r="84014" b="-1"/>
            <a:stretch>
              <a:fillRect/>
            </a:stretch>
          </p:blipFill>
          <p:spPr>
            <a:xfrm>
              <a:off x="4550232" y="2024742"/>
              <a:ext cx="511629" cy="30371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2915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O'Connor, Mary</dc:creator>
  <cp:lastModifiedBy>O'Connor, Mary</cp:lastModifiedBy>
  <cp:revision>1</cp:revision>
  <dcterms:created xsi:type="dcterms:W3CDTF">2026-02-06T02:18:28Z</dcterms:created>
  <dcterms:modified xsi:type="dcterms:W3CDTF">2026-02-06T02:20:55Z</dcterms:modified>
</cp:coreProperties>
</file>